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312" r:id="rId4"/>
    <p:sldId id="261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7" r:id="rId13"/>
    <p:sldId id="278" r:id="rId14"/>
    <p:sldId id="279" r:id="rId15"/>
    <p:sldId id="283" r:id="rId16"/>
    <p:sldId id="284" r:id="rId17"/>
    <p:sldId id="285" r:id="rId18"/>
    <p:sldId id="286" r:id="rId19"/>
    <p:sldId id="289" r:id="rId20"/>
    <p:sldId id="290" r:id="rId21"/>
    <p:sldId id="291" r:id="rId22"/>
    <p:sldId id="292" r:id="rId23"/>
    <p:sldId id="293" r:id="rId24"/>
    <p:sldId id="295" r:id="rId25"/>
    <p:sldId id="297" r:id="rId26"/>
    <p:sldId id="298" r:id="rId27"/>
    <p:sldId id="299" r:id="rId28"/>
    <p:sldId id="301" r:id="rId29"/>
    <p:sldId id="302" r:id="rId30"/>
    <p:sldId id="303" r:id="rId31"/>
    <p:sldId id="304" r:id="rId32"/>
    <p:sldId id="306" r:id="rId33"/>
    <p:sldId id="309" r:id="rId34"/>
    <p:sldId id="311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12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r-TR">
                <a:solidFill>
                  <a:srgbClr val="FFFFFF"/>
                </a:solidFill>
              </a:endParaRPr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r-TR">
                <a:solidFill>
                  <a:srgbClr val="FFFFFF"/>
                </a:solidFill>
              </a:endParaRPr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tr-TR" noProof="0"/>
              <a:t>Asıl başlık stili için tıklatın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tr-TR" noProof="0"/>
              <a:t>Asıl alt başlık stilini düzenlemek için tıklatın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547AE60-BF64-4AC0-ACBA-55329D9EF3A2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5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BC008CB-B38B-4F55-AA19-900CA2559AF2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418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FC0FF8-AC47-4EB4-A0F8-24E96DB0065E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71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68CBAC-32AC-4B19-BC81-21EF24E0A98D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45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5C1E90-4556-40F5-B122-C8AE255C6BAD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53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F18B51-24BF-426D-88CD-61B7368B8A91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65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92332C-F4A6-45C0-A544-C9E7ABB59B66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62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91E1C3-25AF-4DA8-A26D-83B3B2E33C82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47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832457B-DBCA-402A-978E-D94A3B629BFE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39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B2967E-8E5D-47F3-A4BA-8B0F73B629B3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13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ADAC5A-58C9-4EB3-806D-F7B99C929495}" type="slidenum">
              <a:rPr lang="tr-TR">
                <a:solidFill>
                  <a:srgbClr val="FFFFFF"/>
                </a:solidFill>
              </a:rPr>
              <a:pPr/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00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C14763A-468B-4D86-A264-1F17B9504D3E}" type="slidenum">
              <a:rPr lang="tr-T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101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1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r-TR">
                <a:solidFill>
                  <a:srgbClr val="FFFFFF"/>
                </a:solidFill>
              </a:endParaRPr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r-TR">
                <a:solidFill>
                  <a:srgbClr val="FFFFFF"/>
                </a:solidFill>
              </a:endParaRPr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başlık stili için tıklatın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222255790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7200" dirty="0"/>
              <a:t>Regresyon hipnoterapisi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724400"/>
            <a:ext cx="6400800" cy="1752600"/>
          </a:xfrm>
        </p:spPr>
        <p:txBody>
          <a:bodyPr/>
          <a:lstStyle/>
          <a:p>
            <a:endParaRPr lang="tr-TR" sz="5400" b="1" dirty="0"/>
          </a:p>
        </p:txBody>
      </p:sp>
    </p:spTree>
    <p:extLst>
      <p:ext uri="{BB962C8B-B14F-4D97-AF65-F5344CB8AC3E}">
        <p14:creationId xmlns:p14="http://schemas.microsoft.com/office/powerpoint/2010/main" val="40695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z="60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tr-TR" sz="5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tr-TR" sz="5400" dirty="0">
                <a:solidFill>
                  <a:srgbClr val="FFFF00"/>
                </a:solidFill>
              </a:rPr>
              <a:t>HEDEF</a:t>
            </a:r>
            <a:endParaRPr lang="tr-TR" sz="5400" b="1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tr-TR" sz="5400" b="1" dirty="0"/>
              <a:t>Sevgiyi bulmaktır</a:t>
            </a:r>
          </a:p>
        </p:txBody>
      </p:sp>
    </p:spTree>
    <p:extLst>
      <p:ext uri="{BB962C8B-B14F-4D97-AF65-F5344CB8AC3E}">
        <p14:creationId xmlns:p14="http://schemas.microsoft.com/office/powerpoint/2010/main" val="216105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EBE21F-90FF-4E64-95B8-29BE2473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98078D-5E56-43BC-BA62-46747320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Duygular döngüsel olarak tanımlanmıştır. Hissedilmeli, ifade edilmeli, boşaltılmalı ve enerjisi tüketilmelidir.</a:t>
            </a:r>
            <a:r>
              <a:rPr lang="tr-T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tr-T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İyi hissetmek olumlu düşünmeye çalışmakla gerçekleşecek bir durum değildir. </a:t>
            </a:r>
          </a:p>
          <a:p>
            <a:r>
              <a:rPr lang="tr-T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İyi hissetmek ancak birikmiş duyguları boşaltmakla, kendiliğinden gelen, içsel bir enerji değişimidir.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199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endParaRPr lang="tr-TR" sz="6000" b="1" dirty="0"/>
          </a:p>
          <a:p>
            <a:pPr algn="ctr">
              <a:buFont typeface="Wingdings" pitchFamily="2" charset="2"/>
              <a:buNone/>
            </a:pPr>
            <a:r>
              <a:rPr lang="tr-TR" sz="6000" b="1" dirty="0"/>
              <a:t>Duygu boşaldıkça </a:t>
            </a:r>
          </a:p>
          <a:p>
            <a:pPr algn="ctr">
              <a:buFont typeface="Wingdings" pitchFamily="2" charset="2"/>
              <a:buNone/>
            </a:pPr>
            <a:r>
              <a:rPr lang="tr-TR" sz="6000" b="1" dirty="0"/>
              <a:t>algı değişir</a:t>
            </a:r>
          </a:p>
        </p:txBody>
      </p:sp>
    </p:spTree>
    <p:extLst>
      <p:ext uri="{BB962C8B-B14F-4D97-AF65-F5344CB8AC3E}">
        <p14:creationId xmlns:p14="http://schemas.microsoft.com/office/powerpoint/2010/main" val="309174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0736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000" b="1"/>
              <a:t>Problemi düşünmek duyguyu açığa çıkarır</a:t>
            </a:r>
          </a:p>
        </p:txBody>
      </p:sp>
    </p:spTree>
    <p:extLst>
      <p:ext uri="{BB962C8B-B14F-4D97-AF65-F5344CB8AC3E}">
        <p14:creationId xmlns:p14="http://schemas.microsoft.com/office/powerpoint/2010/main" val="249957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229600" cy="525780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endParaRPr lang="tr-TR" sz="8000" b="1" dirty="0"/>
          </a:p>
          <a:p>
            <a:pPr algn="ctr">
              <a:lnSpc>
                <a:spcPct val="90000"/>
              </a:lnSpc>
            </a:pPr>
            <a:r>
              <a:rPr lang="tr-TR" sz="8000" b="1" dirty="0"/>
              <a:t>Bedene odaklan</a:t>
            </a:r>
          </a:p>
          <a:p>
            <a:pPr algn="ctr">
              <a:lnSpc>
                <a:spcPct val="90000"/>
              </a:lnSpc>
            </a:pPr>
            <a:endParaRPr lang="tr-TR" sz="8000" b="1" dirty="0"/>
          </a:p>
          <a:p>
            <a:pPr algn="ctr">
              <a:lnSpc>
                <a:spcPct val="90000"/>
              </a:lnSpc>
            </a:pPr>
            <a:r>
              <a:rPr lang="tr-TR" sz="8000" b="1" dirty="0"/>
              <a:t>Beden odaklattır</a:t>
            </a:r>
          </a:p>
        </p:txBody>
      </p:sp>
    </p:spTree>
    <p:extLst>
      <p:ext uri="{BB962C8B-B14F-4D97-AF65-F5344CB8AC3E}">
        <p14:creationId xmlns:p14="http://schemas.microsoft.com/office/powerpoint/2010/main" val="342089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 dirty="0"/>
              <a:t>Her duygu </a:t>
            </a:r>
          </a:p>
          <a:p>
            <a:pPr algn="ctr">
              <a:buFont typeface="Wingdings" pitchFamily="2" charset="2"/>
              <a:buNone/>
            </a:pPr>
            <a:r>
              <a:rPr lang="tr-TR" sz="8800" b="1" dirty="0"/>
              <a:t>yüze yansır</a:t>
            </a:r>
          </a:p>
        </p:txBody>
      </p:sp>
    </p:spTree>
    <p:extLst>
      <p:ext uri="{BB962C8B-B14F-4D97-AF65-F5344CB8AC3E}">
        <p14:creationId xmlns:p14="http://schemas.microsoft.com/office/powerpoint/2010/main" val="193470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 sz="65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500" b="1" dirty="0"/>
              <a:t>Ne kadar güçlü duygu yaratırsak </a:t>
            </a:r>
          </a:p>
          <a:p>
            <a:pPr algn="ctr">
              <a:buFont typeface="Wingdings" pitchFamily="2" charset="2"/>
              <a:buNone/>
            </a:pPr>
            <a:r>
              <a:rPr lang="tr-TR" sz="7500" b="1" dirty="0"/>
              <a:t>o kadar iyi bir kalkış elde ederiz</a:t>
            </a:r>
          </a:p>
        </p:txBody>
      </p:sp>
    </p:spTree>
    <p:extLst>
      <p:ext uri="{BB962C8B-B14F-4D97-AF65-F5344CB8AC3E}">
        <p14:creationId xmlns:p14="http://schemas.microsoft.com/office/powerpoint/2010/main" val="352913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500" b="1" dirty="0"/>
              <a:t>Duygu regresyon yaratacak kadar </a:t>
            </a:r>
            <a:r>
              <a:rPr lang="tr-TR" sz="7500" b="1" dirty="0">
                <a:solidFill>
                  <a:srgbClr val="FFFF00"/>
                </a:solidFill>
              </a:rPr>
              <a:t>somut (=</a:t>
            </a:r>
            <a:r>
              <a:rPr lang="tr-TR" sz="7500" b="1" dirty="0" err="1">
                <a:solidFill>
                  <a:srgbClr val="FFFF00"/>
                </a:solidFill>
              </a:rPr>
              <a:t>tangible</a:t>
            </a:r>
            <a:r>
              <a:rPr lang="tr-TR" sz="7500" b="1" dirty="0">
                <a:solidFill>
                  <a:srgbClr val="FFFF00"/>
                </a:solidFill>
              </a:rPr>
              <a:t>) </a:t>
            </a:r>
            <a:r>
              <a:rPr lang="tr-TR" sz="7500" b="1" dirty="0"/>
              <a:t>olmalı</a:t>
            </a:r>
          </a:p>
        </p:txBody>
      </p:sp>
    </p:spTree>
    <p:extLst>
      <p:ext uri="{BB962C8B-B14F-4D97-AF65-F5344CB8AC3E}">
        <p14:creationId xmlns:p14="http://schemas.microsoft.com/office/powerpoint/2010/main" val="2620152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/>
              <a:t>Gerçeği söyleyemezsek iyileşemeyiz. </a:t>
            </a:r>
          </a:p>
        </p:txBody>
      </p:sp>
    </p:spTree>
    <p:extLst>
      <p:ext uri="{BB962C8B-B14F-4D97-AF65-F5344CB8AC3E}">
        <p14:creationId xmlns:p14="http://schemas.microsoft.com/office/powerpoint/2010/main" val="313497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7500"/>
              <a:t>affetme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tr-TR" sz="7400" b="1"/>
              <a:t>İyi ve kötü bir bütündür.</a:t>
            </a:r>
          </a:p>
          <a:p>
            <a:pPr algn="ctr"/>
            <a:r>
              <a:rPr lang="tr-TR" sz="7400" b="1"/>
              <a:t>İyi kötünün altındadır</a:t>
            </a:r>
          </a:p>
        </p:txBody>
      </p:sp>
    </p:spTree>
    <p:extLst>
      <p:ext uri="{BB962C8B-B14F-4D97-AF65-F5344CB8AC3E}">
        <p14:creationId xmlns:p14="http://schemas.microsoft.com/office/powerpoint/2010/main" val="2038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29600" cy="55054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/>
              <a:t>İyileşmek </a:t>
            </a:r>
          </a:p>
          <a:p>
            <a:pPr algn="ctr">
              <a:buFont typeface="Wingdings" pitchFamily="2" charset="2"/>
              <a:buNone/>
            </a:pPr>
            <a:r>
              <a:rPr lang="tr-TR" sz="8800" b="1"/>
              <a:t>= </a:t>
            </a:r>
          </a:p>
          <a:p>
            <a:pPr algn="ctr">
              <a:buFont typeface="Wingdings" pitchFamily="2" charset="2"/>
              <a:buNone/>
            </a:pPr>
            <a:r>
              <a:rPr lang="tr-TR" sz="8800" b="1"/>
              <a:t>bilinçli farkındalık </a:t>
            </a:r>
          </a:p>
        </p:txBody>
      </p:sp>
    </p:spTree>
    <p:extLst>
      <p:ext uri="{BB962C8B-B14F-4D97-AF65-F5344CB8AC3E}">
        <p14:creationId xmlns:p14="http://schemas.microsoft.com/office/powerpoint/2010/main" val="2967286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765175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500" b="1"/>
              <a:t>Ön görüşmede kişinin zaten </a:t>
            </a:r>
            <a:r>
              <a:rPr lang="tr-TR" sz="7500" b="1">
                <a:solidFill>
                  <a:schemeClr val="hlink"/>
                </a:solidFill>
              </a:rPr>
              <a:t>hipnozda </a:t>
            </a:r>
            <a:r>
              <a:rPr lang="tr-TR" sz="7500" b="1"/>
              <a:t>olduğunu fark etmesi gerekir. </a:t>
            </a:r>
          </a:p>
        </p:txBody>
      </p:sp>
    </p:spTree>
    <p:extLst>
      <p:ext uri="{BB962C8B-B14F-4D97-AF65-F5344CB8AC3E}">
        <p14:creationId xmlns:p14="http://schemas.microsoft.com/office/powerpoint/2010/main" val="309985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7500"/>
              <a:t>Ön görüşme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6600" b="1"/>
              <a:t>Gözlerini kapat ve hikayeni anlatırken duygularına odaklan</a:t>
            </a:r>
          </a:p>
          <a:p>
            <a:r>
              <a:rPr lang="tr-TR" sz="6600" b="1"/>
              <a:t>Provokativ yaklaşım </a:t>
            </a:r>
          </a:p>
        </p:txBody>
      </p:sp>
    </p:spTree>
    <p:extLst>
      <p:ext uri="{BB962C8B-B14F-4D97-AF65-F5344CB8AC3E}">
        <p14:creationId xmlns:p14="http://schemas.microsoft.com/office/powerpoint/2010/main" val="3828786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5000" dirty="0"/>
              <a:t>Duyguyu hissettirirken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84312"/>
            <a:ext cx="8612188" cy="5221287"/>
          </a:xfrm>
        </p:spPr>
        <p:txBody>
          <a:bodyPr/>
          <a:lstStyle/>
          <a:p>
            <a:r>
              <a:rPr lang="tr-TR" sz="5400" b="1" dirty="0"/>
              <a:t>Emniyette olduğunu bilmeli</a:t>
            </a:r>
          </a:p>
          <a:p>
            <a:r>
              <a:rPr lang="tr-TR" sz="5400" b="1" dirty="0"/>
              <a:t>Bunun için en uygun yerde ve ortamda olduğunu bilmeli</a:t>
            </a:r>
          </a:p>
        </p:txBody>
      </p:sp>
    </p:spTree>
    <p:extLst>
      <p:ext uri="{BB962C8B-B14F-4D97-AF65-F5344CB8AC3E}">
        <p14:creationId xmlns:p14="http://schemas.microsoft.com/office/powerpoint/2010/main" val="2820976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08" y="990600"/>
            <a:ext cx="9116291" cy="57150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5400" b="1" dirty="0"/>
              <a:t>Sizi inciten tek yer sizin içinizdir.</a:t>
            </a:r>
          </a:p>
          <a:p>
            <a:pPr algn="ctr">
              <a:buFont typeface="Wingdings" pitchFamily="2" charset="2"/>
              <a:buNone/>
            </a:pPr>
            <a:r>
              <a:rPr lang="tr-TR" sz="5400" b="1" dirty="0"/>
              <a:t>İçinizi bir kez Evrene verdiğinizde </a:t>
            </a:r>
          </a:p>
          <a:p>
            <a:pPr algn="ctr">
              <a:buFont typeface="Wingdings" pitchFamily="2" charset="2"/>
              <a:buNone/>
            </a:pPr>
            <a:r>
              <a:rPr lang="tr-TR" sz="5400" b="1" dirty="0"/>
              <a:t>Evren sizi iyileştirecektir</a:t>
            </a:r>
            <a:r>
              <a:rPr lang="tr-TR" sz="66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19381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9215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600" b="1"/>
              <a:t>Duygu güçlendikçe iyileşmeye giden yol belirmeye başlar</a:t>
            </a:r>
          </a:p>
        </p:txBody>
      </p:sp>
    </p:spTree>
    <p:extLst>
      <p:ext uri="{BB962C8B-B14F-4D97-AF65-F5344CB8AC3E}">
        <p14:creationId xmlns:p14="http://schemas.microsoft.com/office/powerpoint/2010/main" val="2513542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-571500"/>
            <a:ext cx="8229600" cy="1143000"/>
          </a:xfrm>
        </p:spPr>
        <p:txBody>
          <a:bodyPr/>
          <a:lstStyle/>
          <a:p>
            <a:endParaRPr lang="tr-TR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76250"/>
            <a:ext cx="9296400" cy="6229350"/>
          </a:xfrm>
        </p:spPr>
        <p:txBody>
          <a:bodyPr/>
          <a:lstStyle/>
          <a:p>
            <a:pPr algn="ctr"/>
            <a:endParaRPr lang="tr-TR" sz="4800" b="1" dirty="0"/>
          </a:p>
          <a:p>
            <a:r>
              <a:rPr lang="tr-TR" sz="4800" b="1" dirty="0"/>
              <a:t>Bugünde sorun yaratan olaylar geçmişle bağlantılıdır. </a:t>
            </a:r>
          </a:p>
          <a:p>
            <a:pPr algn="ctr"/>
            <a:endParaRPr lang="tr-TR" sz="4800" b="1" dirty="0">
              <a:solidFill>
                <a:schemeClr val="hlink"/>
              </a:solidFill>
            </a:endParaRPr>
          </a:p>
          <a:p>
            <a:r>
              <a:rPr lang="tr-TR" sz="4800" b="1" dirty="0">
                <a:solidFill>
                  <a:srgbClr val="FFFF00"/>
                </a:solidFill>
              </a:rPr>
              <a:t>Duygu</a:t>
            </a:r>
            <a:r>
              <a:rPr lang="tr-TR" sz="4800" b="1" dirty="0"/>
              <a:t> geçmişi şimdiye bağlayan enerjidir. </a:t>
            </a:r>
          </a:p>
        </p:txBody>
      </p:sp>
    </p:spTree>
    <p:extLst>
      <p:ext uri="{BB962C8B-B14F-4D97-AF65-F5344CB8AC3E}">
        <p14:creationId xmlns:p14="http://schemas.microsoft.com/office/powerpoint/2010/main" val="2848987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6600" b="1" dirty="0"/>
              <a:t>Bilinçaltın seni buraya getirdi çünkü iyileştirmeni istediği bir şeyler var.. </a:t>
            </a:r>
          </a:p>
        </p:txBody>
      </p:sp>
    </p:spTree>
    <p:extLst>
      <p:ext uri="{BB962C8B-B14F-4D97-AF65-F5344CB8AC3E}">
        <p14:creationId xmlns:p14="http://schemas.microsoft.com/office/powerpoint/2010/main" val="1712346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9900" b="1"/>
              <a:t>Af </a:t>
            </a:r>
          </a:p>
          <a:p>
            <a:pPr algn="ctr">
              <a:buFont typeface="Wingdings" pitchFamily="2" charset="2"/>
              <a:buNone/>
            </a:pPr>
            <a:r>
              <a:rPr lang="tr-TR" sz="9900" b="1"/>
              <a:t>iyileşmektir</a:t>
            </a:r>
          </a:p>
        </p:txBody>
      </p:sp>
    </p:spTree>
    <p:extLst>
      <p:ext uri="{BB962C8B-B14F-4D97-AF65-F5344CB8AC3E}">
        <p14:creationId xmlns:p14="http://schemas.microsoft.com/office/powerpoint/2010/main" val="1692627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229600" cy="4525962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9900" b="1"/>
              <a:t>Af kendiliğinden oluşur</a:t>
            </a:r>
          </a:p>
          <a:p>
            <a:pPr>
              <a:buFont typeface="Wingdings" pitchFamily="2" charset="2"/>
              <a:buNone/>
            </a:pPr>
            <a:endParaRPr lang="tr-TR" sz="9900" b="1"/>
          </a:p>
        </p:txBody>
      </p:sp>
    </p:spTree>
    <p:extLst>
      <p:ext uri="{BB962C8B-B14F-4D97-AF65-F5344CB8AC3E}">
        <p14:creationId xmlns:p14="http://schemas.microsoft.com/office/powerpoint/2010/main" val="3487576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/>
              <a:t>Duygular boşalmadan anlayış gelişmez</a:t>
            </a:r>
          </a:p>
        </p:txBody>
      </p:sp>
    </p:spTree>
    <p:extLst>
      <p:ext uri="{BB962C8B-B14F-4D97-AF65-F5344CB8AC3E}">
        <p14:creationId xmlns:p14="http://schemas.microsoft.com/office/powerpoint/2010/main" val="2605454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08088"/>
            <a:ext cx="8229600" cy="5649912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 dirty="0">
                <a:solidFill>
                  <a:srgbClr val="FFFF00"/>
                </a:solidFill>
              </a:rPr>
              <a:t>Kendini af anlayışla oluşan bir durumdur</a:t>
            </a:r>
          </a:p>
        </p:txBody>
      </p:sp>
    </p:spTree>
    <p:extLst>
      <p:ext uri="{BB962C8B-B14F-4D97-AF65-F5344CB8AC3E}">
        <p14:creationId xmlns:p14="http://schemas.microsoft.com/office/powerpoint/2010/main" val="2272683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 dirty="0"/>
              <a:t>Duygular </a:t>
            </a:r>
          </a:p>
          <a:p>
            <a:pPr algn="ctr">
              <a:buFont typeface="Wingdings" pitchFamily="2" charset="2"/>
              <a:buNone/>
            </a:pPr>
            <a:r>
              <a:rPr lang="tr-TR" sz="8800" b="1" dirty="0"/>
              <a:t>beni sana getirdi</a:t>
            </a:r>
          </a:p>
        </p:txBody>
      </p:sp>
    </p:spTree>
    <p:extLst>
      <p:ext uri="{BB962C8B-B14F-4D97-AF65-F5344CB8AC3E}">
        <p14:creationId xmlns:p14="http://schemas.microsoft.com/office/powerpoint/2010/main" val="2496604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/>
              <a:t> </a:t>
            </a:r>
            <a:r>
              <a:rPr lang="tr-TR" sz="7700" b="1">
                <a:solidFill>
                  <a:schemeClr val="hlink"/>
                </a:solidFill>
              </a:rPr>
              <a:t>anlayış =</a:t>
            </a:r>
            <a:r>
              <a:rPr lang="tr-TR" sz="7700" b="1"/>
              <a:t> </a:t>
            </a:r>
          </a:p>
          <a:p>
            <a:pPr algn="ctr">
              <a:buFont typeface="Wingdings" pitchFamily="2" charset="2"/>
              <a:buNone/>
            </a:pPr>
            <a:r>
              <a:rPr lang="tr-TR" sz="7700" b="1"/>
              <a:t>elimden gelenin </a:t>
            </a:r>
          </a:p>
          <a:p>
            <a:pPr algn="ctr">
              <a:buFont typeface="Wingdings" pitchFamily="2" charset="2"/>
              <a:buNone/>
            </a:pPr>
            <a:r>
              <a:rPr lang="tr-TR" sz="7700" b="1"/>
              <a:t>en iyisini yapıyordum</a:t>
            </a:r>
          </a:p>
        </p:txBody>
      </p:sp>
    </p:spTree>
    <p:extLst>
      <p:ext uri="{BB962C8B-B14F-4D97-AF65-F5344CB8AC3E}">
        <p14:creationId xmlns:p14="http://schemas.microsoft.com/office/powerpoint/2010/main" val="2847502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6600" b="1"/>
              <a:t>Kendini af </a:t>
            </a:r>
            <a:r>
              <a:rPr lang="tr-TR" sz="6600" b="1">
                <a:solidFill>
                  <a:schemeClr val="hlink"/>
                </a:solidFill>
              </a:rPr>
              <a:t>spirituel</a:t>
            </a:r>
            <a:r>
              <a:rPr lang="tr-TR" sz="6600" b="1"/>
              <a:t> bir dönüşümdür. Evrenin titreşiminin sizin için değişmesidir. </a:t>
            </a:r>
          </a:p>
        </p:txBody>
      </p:sp>
    </p:spTree>
    <p:extLst>
      <p:ext uri="{BB962C8B-B14F-4D97-AF65-F5344CB8AC3E}">
        <p14:creationId xmlns:p14="http://schemas.microsoft.com/office/powerpoint/2010/main" val="1694160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576888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700" b="1"/>
              <a:t>Kendimi affediyorum ve kendimi </a:t>
            </a:r>
            <a:r>
              <a:rPr lang="tr-TR" sz="7700" b="1">
                <a:solidFill>
                  <a:schemeClr val="hlink"/>
                </a:solidFill>
              </a:rPr>
              <a:t>özgür </a:t>
            </a:r>
            <a:r>
              <a:rPr lang="tr-TR" sz="7700" b="1"/>
              <a:t>bırakıyorum. </a:t>
            </a:r>
          </a:p>
        </p:txBody>
      </p:sp>
    </p:spTree>
    <p:extLst>
      <p:ext uri="{BB962C8B-B14F-4D97-AF65-F5344CB8AC3E}">
        <p14:creationId xmlns:p14="http://schemas.microsoft.com/office/powerpoint/2010/main" val="347954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11100" b="1">
                <a:solidFill>
                  <a:schemeClr val="hlink"/>
                </a:solidFill>
              </a:rPr>
              <a:t>Sevgi </a:t>
            </a:r>
          </a:p>
          <a:p>
            <a:pPr algn="ctr">
              <a:buFont typeface="Wingdings" pitchFamily="2" charset="2"/>
              <a:buNone/>
            </a:pPr>
            <a:r>
              <a:rPr lang="tr-TR" sz="11100" b="1"/>
              <a:t>iyiyi bulmaktır</a:t>
            </a:r>
          </a:p>
        </p:txBody>
      </p:sp>
    </p:spTree>
    <p:extLst>
      <p:ext uri="{BB962C8B-B14F-4D97-AF65-F5344CB8AC3E}">
        <p14:creationId xmlns:p14="http://schemas.microsoft.com/office/powerpoint/2010/main" val="2678153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700" b="1"/>
              <a:t>Gerçeği görmeye başlamak daha fazla gerçeği görmeyi sağlar</a:t>
            </a:r>
          </a:p>
        </p:txBody>
      </p:sp>
    </p:spTree>
    <p:extLst>
      <p:ext uri="{BB962C8B-B14F-4D97-AF65-F5344CB8AC3E}">
        <p14:creationId xmlns:p14="http://schemas.microsoft.com/office/powerpoint/2010/main" val="2954011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576888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7700" b="1"/>
              <a:t>Duyguyu boşaltmak </a:t>
            </a:r>
          </a:p>
          <a:p>
            <a:pPr algn="ctr">
              <a:buFont typeface="Wingdings" pitchFamily="2" charset="2"/>
              <a:buNone/>
            </a:pPr>
            <a:r>
              <a:rPr lang="tr-TR" sz="7700" b="1">
                <a:solidFill>
                  <a:schemeClr val="hlink"/>
                </a:solidFill>
              </a:rPr>
              <a:t>gerçeği görmemizi</a:t>
            </a:r>
            <a:r>
              <a:rPr lang="tr-TR" sz="7700" b="1"/>
              <a:t> sağlar</a:t>
            </a:r>
          </a:p>
        </p:txBody>
      </p:sp>
    </p:spTree>
    <p:extLst>
      <p:ext uri="{BB962C8B-B14F-4D97-AF65-F5344CB8AC3E}">
        <p14:creationId xmlns:p14="http://schemas.microsoft.com/office/powerpoint/2010/main" val="1279000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/>
            <a:endParaRPr lang="tr-TR" sz="7700" b="1"/>
          </a:p>
          <a:p>
            <a:pPr algn="ctr">
              <a:buFont typeface="Wingdings" pitchFamily="2" charset="2"/>
              <a:buNone/>
            </a:pPr>
            <a:r>
              <a:rPr lang="tr-TR" sz="7700" b="1"/>
              <a:t>Başkalarının hataları bizim </a:t>
            </a:r>
            <a:r>
              <a:rPr lang="tr-TR" sz="7700" b="1">
                <a:solidFill>
                  <a:schemeClr val="hlink"/>
                </a:solidFill>
              </a:rPr>
              <a:t>bilgeliğimiz</a:t>
            </a:r>
            <a:r>
              <a:rPr lang="tr-TR" sz="7700" b="1"/>
              <a:t> olur</a:t>
            </a:r>
          </a:p>
        </p:txBody>
      </p:sp>
    </p:spTree>
    <p:extLst>
      <p:ext uri="{BB962C8B-B14F-4D97-AF65-F5344CB8AC3E}">
        <p14:creationId xmlns:p14="http://schemas.microsoft.com/office/powerpoint/2010/main" val="3594754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8800" b="1"/>
              <a:t>Her kötülüğün altında </a:t>
            </a:r>
          </a:p>
          <a:p>
            <a:pPr algn="ctr">
              <a:buFont typeface="Wingdings" pitchFamily="2" charset="2"/>
              <a:buNone/>
            </a:pPr>
            <a:r>
              <a:rPr lang="tr-TR" sz="9900" b="1">
                <a:solidFill>
                  <a:schemeClr val="hlink"/>
                </a:solidFill>
              </a:rPr>
              <a:t>sevgi</a:t>
            </a:r>
            <a:r>
              <a:rPr lang="tr-TR" sz="8800" b="1"/>
              <a:t> gizlidir</a:t>
            </a:r>
          </a:p>
        </p:txBody>
      </p:sp>
    </p:spTree>
    <p:extLst>
      <p:ext uri="{BB962C8B-B14F-4D97-AF65-F5344CB8AC3E}">
        <p14:creationId xmlns:p14="http://schemas.microsoft.com/office/powerpoint/2010/main" val="2766512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tr-TR" sz="8000" b="1"/>
              <a:t>Bedenin doğal eğilimi </a:t>
            </a:r>
            <a:r>
              <a:rPr lang="tr-TR" sz="9900" b="1">
                <a:solidFill>
                  <a:schemeClr val="hlink"/>
                </a:solidFill>
              </a:rPr>
              <a:t>iyileşmeye </a:t>
            </a:r>
            <a:r>
              <a:rPr lang="tr-TR" sz="8000" b="1"/>
              <a:t>doğrudur</a:t>
            </a:r>
            <a:r>
              <a:rPr lang="tr-TR"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623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tr-TR" sz="6600" b="1" dirty="0"/>
              <a:t>Bilinçaltını asla </a:t>
            </a:r>
            <a:r>
              <a:rPr lang="tr-TR" sz="6600" b="1" dirty="0">
                <a:solidFill>
                  <a:schemeClr val="hlink"/>
                </a:solidFill>
              </a:rPr>
              <a:t>sorgulama</a:t>
            </a:r>
            <a:r>
              <a:rPr lang="tr-TR" sz="6600" b="1" dirty="0"/>
              <a:t>, </a:t>
            </a:r>
          </a:p>
          <a:p>
            <a:pPr algn="ctr">
              <a:buFont typeface="Wingdings" pitchFamily="2" charset="2"/>
              <a:buNone/>
            </a:pPr>
            <a:r>
              <a:rPr lang="tr-TR" sz="6600" b="1"/>
              <a:t>bir </a:t>
            </a:r>
            <a:r>
              <a:rPr lang="tr-TR" sz="6600" b="1" dirty="0"/>
              <a:t>yere geliyorsa orada </a:t>
            </a:r>
            <a:r>
              <a:rPr lang="tr-TR" sz="6600" b="1"/>
              <a:t>söyleyeceği </a:t>
            </a:r>
          </a:p>
          <a:p>
            <a:pPr algn="ctr">
              <a:buFont typeface="Wingdings" pitchFamily="2" charset="2"/>
              <a:buNone/>
            </a:pPr>
            <a:r>
              <a:rPr lang="tr-TR" sz="6600" b="1"/>
              <a:t>bir </a:t>
            </a:r>
            <a:r>
              <a:rPr lang="tr-TR" sz="6600" b="1" dirty="0"/>
              <a:t>şey var demektir.</a:t>
            </a:r>
          </a:p>
        </p:txBody>
      </p:sp>
    </p:spTree>
    <p:extLst>
      <p:ext uri="{BB962C8B-B14F-4D97-AF65-F5344CB8AC3E}">
        <p14:creationId xmlns:p14="http://schemas.microsoft.com/office/powerpoint/2010/main" val="4185292621"/>
      </p:ext>
    </p:extLst>
  </p:cSld>
  <p:clrMapOvr>
    <a:masterClrMapping/>
  </p:clrMapOvr>
</p:sld>
</file>

<file path=ppt/theme/theme1.xml><?xml version="1.0" encoding="utf-8"?>
<a:theme xmlns:a="http://schemas.openxmlformats.org/drawingml/2006/main" name="Dere">
  <a:themeElements>
    <a:clrScheme name="Dere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Der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re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re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re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275</Words>
  <Application>Microsoft Office PowerPoint</Application>
  <PresentationFormat>Ekran Gösterisi (4:3)</PresentationFormat>
  <Paragraphs>68</Paragraphs>
  <Slides>34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9" baseType="lpstr">
      <vt:lpstr>Arial</vt:lpstr>
      <vt:lpstr>Calibri</vt:lpstr>
      <vt:lpstr>Garamond</vt:lpstr>
      <vt:lpstr>Wingdings</vt:lpstr>
      <vt:lpstr>Dere</vt:lpstr>
      <vt:lpstr>Regresyon hipnoterapisi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affetme</vt:lpstr>
      <vt:lpstr>PowerPoint Sunusu</vt:lpstr>
      <vt:lpstr>PowerPoint Sunusu</vt:lpstr>
      <vt:lpstr>Ön görüşme</vt:lpstr>
      <vt:lpstr>Duyguyu hissettirirken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Regresyon hipnoterapisi</dc:title>
  <dc:creator>Dr. Mehmet Karav (TR - Duzce)</dc:creator>
  <cp:lastModifiedBy>mkarav68@yahoo.com</cp:lastModifiedBy>
  <cp:revision>6</cp:revision>
  <dcterms:created xsi:type="dcterms:W3CDTF">2006-08-16T00:00:00Z</dcterms:created>
  <dcterms:modified xsi:type="dcterms:W3CDTF">2022-03-20T11:35:41Z</dcterms:modified>
</cp:coreProperties>
</file>