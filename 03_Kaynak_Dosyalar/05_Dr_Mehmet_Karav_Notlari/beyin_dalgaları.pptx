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453" r:id="rId2"/>
    <p:sldId id="454" r:id="rId3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9A8B14-9D61-462B-9FCC-9455C48BE5DB}" type="datetimeFigureOut">
              <a:rPr lang="tr-TR" smtClean="0"/>
              <a:t>25.10.2024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B26BDD-B950-4816-A20B-34E3F067B9E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42094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 Yer Tutucusu 2"/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811400"/>
          </a:xfrm>
        </p:spPr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20138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2963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4814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8219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7249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532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2401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1464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1496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268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4985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4721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Başlık, İçeri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609602" y="244478"/>
            <a:ext cx="11180233" cy="1431925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1117602" y="1905000"/>
            <a:ext cx="5236633" cy="4191000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6557436" y="1905000"/>
            <a:ext cx="5236633" cy="4191000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2C10F7-E207-43CD-900B-562F5F33131C}" type="slidenum">
              <a:rPr lang="tr-T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tr-T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6681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9339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67102" y="1753637"/>
            <a:ext cx="5579829" cy="4247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751376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 txBox="1">
            <a:spLocks noGrp="1"/>
          </p:cNvSpPr>
          <p:nvPr>
            <p:ph type="title" idx="4294967295"/>
          </p:nvPr>
        </p:nvSpPr>
        <p:spPr>
          <a:xfrm>
            <a:off x="1705510" y="274638"/>
            <a:ext cx="9876890" cy="228796"/>
          </a:xfrm>
        </p:spPr>
        <p:txBody>
          <a:bodyPr>
            <a:normAutofit fontScale="90000"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 algn="l">
              <a:buNone/>
            </a:pPr>
            <a:endParaRPr lang="tr-TR" sz="1350" dirty="0"/>
          </a:p>
        </p:txBody>
      </p:sp>
      <p:sp>
        <p:nvSpPr>
          <p:cNvPr id="3" name="İçerik Yer Tutucusu 2"/>
          <p:cNvSpPr txBox="1">
            <a:spLocks noGrp="1"/>
          </p:cNvSpPr>
          <p:nvPr>
            <p:ph type="body" idx="4294967295"/>
          </p:nvPr>
        </p:nvSpPr>
        <p:spPr>
          <a:xfrm>
            <a:off x="133564" y="626725"/>
            <a:ext cx="11448836" cy="5499442"/>
          </a:xfrm>
        </p:spPr>
        <p:txBody>
          <a:bodyPr/>
          <a:lstStyle>
            <a:defPPr marL="432000" lvl="0" indent="-324000" algn="l" rtl="0" hangingPunct="1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tr-TR" sz="32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Calibri"/>
                <a:ea typeface="Microsoft YaHei" pitchFamily="2"/>
                <a:cs typeface="Mangal" pitchFamily="2"/>
              </a:defRPr>
            </a:defPPr>
            <a:lvl1pPr marL="432000" lvl="0" indent="-324000" algn="l" rtl="0" hangingPunct="1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tr-TR" sz="32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Calibri"/>
                <a:ea typeface="Microsoft YaHei" pitchFamily="2"/>
                <a:cs typeface="Mangal" pitchFamily="2"/>
              </a:defRPr>
            </a:lvl1pPr>
            <a:lvl2pPr marL="864000" lvl="1" indent="-324000" algn="l" rtl="0" hangingPunct="1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tr-TR" sz="24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Calibri"/>
                <a:ea typeface="Microsoft YaHei" pitchFamily="2"/>
                <a:cs typeface="Mangal" pitchFamily="2"/>
              </a:defRPr>
            </a:lvl2pPr>
            <a:lvl3pPr marL="1295999" lvl="2" indent="-288000" algn="l" rtl="0" hangingPunct="1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tr-TR" sz="20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Calibri"/>
                <a:ea typeface="Microsoft YaHei" pitchFamily="2"/>
                <a:cs typeface="Mangal" pitchFamily="2"/>
              </a:defRPr>
            </a:lvl3pPr>
            <a:lvl4pPr marL="1728000" lvl="3" indent="-216000" algn="l" rtl="0" hangingPunct="1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tr-TR" sz="20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Calibri"/>
                <a:ea typeface="Microsoft YaHei" pitchFamily="2"/>
                <a:cs typeface="Mangal" pitchFamily="2"/>
              </a:defRPr>
            </a:lvl4pPr>
            <a:lvl5pPr marL="2160000" lvl="4" indent="-216000" algn="l" rtl="0" hangingPunct="1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tr-TR" sz="20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Calibri"/>
                <a:ea typeface="Microsoft YaHei" pitchFamily="2"/>
                <a:cs typeface="Mangal" pitchFamily="2"/>
              </a:defRPr>
            </a:lvl5pPr>
            <a:lvl6pPr marL="2592000" lvl="5" indent="-216000" algn="l" rtl="0" hangingPunct="1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tr-TR" sz="20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Calibri"/>
                <a:ea typeface="Microsoft YaHei" pitchFamily="2"/>
                <a:cs typeface="Mangal" pitchFamily="2"/>
              </a:defRPr>
            </a:lvl6pPr>
            <a:lvl7pPr marL="3024000" lvl="6" indent="-216000" algn="l" rtl="0" hangingPunct="1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tr-TR" sz="20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Calibri"/>
                <a:ea typeface="Microsoft YaHei" pitchFamily="2"/>
                <a:cs typeface="Mangal" pitchFamily="2"/>
              </a:defRPr>
            </a:lvl7pPr>
            <a:lvl8pPr marL="3456000" lvl="7" indent="-216000" algn="l" rtl="0" hangingPunct="1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tr-TR" sz="20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Calibri"/>
                <a:ea typeface="Microsoft YaHei" pitchFamily="2"/>
                <a:cs typeface="Mangal" pitchFamily="2"/>
              </a:defRPr>
            </a:lvl8pPr>
            <a:lvl9pPr marL="3887999" lvl="8" indent="-216000" algn="l" rtl="0" hangingPunct="1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tr-TR" sz="2000" b="0" i="0" u="none" strike="noStrike" kern="1200" spc="0">
                <a:ln>
                  <a:noFill/>
                </a:ln>
                <a:solidFill>
                  <a:srgbClr val="000000"/>
                </a:solidFill>
                <a:latin typeface="Calibri"/>
                <a:ea typeface="Microsoft YaHei" pitchFamily="2"/>
                <a:cs typeface="Mangal" pitchFamily="2"/>
              </a:defRPr>
            </a:lvl9pPr>
          </a:lstStyle>
          <a:p>
            <a:pPr lvl="0">
              <a:buNone/>
            </a:pPr>
            <a:endParaRPr lang="tr-TR" dirty="0">
              <a:latin typeface="" pitchFamily="18"/>
            </a:endParaRPr>
          </a:p>
        </p:txBody>
      </p:sp>
      <p:pic>
        <p:nvPicPr>
          <p:cNvPr id="4" name="Picture 2"/>
          <p:cNvPicPr>
            <a:picLocks noChangeAspect="1"/>
          </p:cNvPicPr>
          <p:nvPr/>
        </p:nvPicPr>
        <p:blipFill>
          <a:blip r:embed="rId3" cstate="print">
            <a:lum/>
            <a:alphaModFix/>
          </a:blip>
          <a:srcRect/>
          <a:stretch>
            <a:fillRect/>
          </a:stretch>
        </p:blipFill>
        <p:spPr>
          <a:xfrm>
            <a:off x="226031" y="923371"/>
            <a:ext cx="11116639" cy="50112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67753434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Geniş ekran</PresentationFormat>
  <Paragraphs>0</Paragraphs>
  <Slides>2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</vt:i4>
      </vt:variant>
    </vt:vector>
  </HeadingPairs>
  <TitlesOfParts>
    <vt:vector size="5" baseType="lpstr">
      <vt:lpstr>Arial</vt:lpstr>
      <vt:lpstr>Calibri</vt:lpstr>
      <vt:lpstr>2_Office Theme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mehmet KARAV</dc:creator>
  <cp:lastModifiedBy>mehmet KARAV</cp:lastModifiedBy>
  <cp:revision>1</cp:revision>
  <dcterms:created xsi:type="dcterms:W3CDTF">2024-10-25T19:58:11Z</dcterms:created>
  <dcterms:modified xsi:type="dcterms:W3CDTF">2024-10-25T19:59:08Z</dcterms:modified>
</cp:coreProperties>
</file>